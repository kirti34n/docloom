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docloom. This deck is authored using docloom itselfâ€”a dogfood test. We're going to walk through the problem we solve, the architecture, and how you can use it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LLMs are good at generating text, but not at producing structured output that renders correctly every time. We needed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insight: put quality gates in the right place. Validate early, let the linter help the model correct itself, then render deterministically.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flow: sources come in, get ingested and embedded, retrieval feeds grounded generation, the IR is validated, linted, and rendered. No hand-placed coordinatesâ€”the renderer owns the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 and scope: 14 block types cover everything from paragraphs to native charts to coordinate-free diagrams. 658 passing tests keep it all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IR, six completely different renderers. Each owns its own coordinates and styling. Charts in PPTX are native editable objects, not rasterized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studio brings it all together: import sources, chat with them, generate artifacts. Everything works offline with a local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is not an afterthought. Every diagram label is tested for legibility. PPTX text is actually measured, not guessed.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studio is designed for privacy and safety. You own your data. There's no third-party account required, no API keys sent to the cloud unless you choose.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started is simple. One launcher script handles everything. The first visit registers a local account; everything stays in your data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Fully configurable. Switch providers in the UI without restarting. Add Postgres for multi-node deployments. All secrets are encrypted at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principles drive every architectural decision. Schema validation prevents entire classes of bugs. Determinism means you can regenerate anytime and get the same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000" b="1" i="0">
                <a:solidFill>
                  <a:srgbClr val="14161A"/>
                </a:solidFill>
                <a:latin typeface="IBM Plex Sans"/>
              </a:rPr>
              <a:t>docloom: LLM to Documents, Instantly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576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5E6B7A"/>
                </a:solidFill>
                <a:latin typeface="IBM Plex Sans"/>
              </a:rPr>
              <a:t>Validated IR + Deterministic Renderers = 6 Native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7607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5E6B7A"/>
                </a:solidFill>
                <a:latin typeface="IBM Plex Sans"/>
              </a:rPr>
              <a:t>docloom project  ·  2026-07-21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From Raw LLM Output to Production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LLM outputs are unstructured and unpredictable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Manual formatting is error-prone and time-consuming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Renderers need consistent, validated input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Quality checks should happen before any file is written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Users need native, editable formatsâ€”not rasterized images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Validated IR, Deterministic Renderers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71250"/>
            <a:ext cx="11094415" cy="15366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LLM emits schema-validated JSON (Pydantic IR)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linter checks layout, citations, contrast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Findings loop back to model for self-correction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renderers: same IR = same output, always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311454"/>
            <a:ext cx="11094415" cy="792607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311454"/>
            <a:ext cx="73152" cy="792607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439470"/>
            <a:ext cx="10765231" cy="5365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25" b="0" i="0">
                <a:solidFill>
                  <a:srgbClr val="14161A"/>
                </a:solidFill>
                <a:latin typeface="IBM Plex Sans"/>
              </a:rPr>
              <a:t>The IR is deliberately non-recursive with plain tagged unionsâ€”shaped to survive real LLM structured-output constraints.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Data Flow: From Raw Sources to Rendered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docloom:diagram:anon:2525cff29983" descr="docloom architecture: sources to finished documen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0754"/>
            <a:ext cx="11094415" cy="1088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15969"/>
            <a:ext cx="110944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E6B7A"/>
                </a:solidFill>
                <a:latin typeface="IBM Plex Sans"/>
              </a:rPr>
              <a:t>The model emits validated structure; deterministic renderers produce every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20641"/>
            <a:ext cx="11094415" cy="9220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Sources are chunked, embedded, and ranked, so only the most relevant evidence reaches the model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The model emits validated IR, never files; the linter checks layout and citations before any render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Deterministic renderers turn one IR into all six formats with no lossy conversion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Count What Matters: 14 Block Types, 6 Formats, 658+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Block Types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Output Formats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Slide Layouts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Diagram Node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658+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Tests (Passing)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Generate Six Native Formats from One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34910"/>
            <a:ext cx="11094415" cy="230504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PPTX: native editable charts, autofit text, native shapes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DOCX: hardened tables, repeating headers, fixed column widths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XLSX: typed cells, formulas, number formats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PDF: Typst compiled in-process, no LaTeX needed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HTML: semantic markup with WCAG 2.x contrast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Markdown: clean, readable prose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Turn Source Data into Grounded Artifacts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79541"/>
            <a:ext cx="5318607" cy="3508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125" b="1" i="0">
                <a:solidFill>
                  <a:srgbClr val="14161A"/>
                </a:solidFill>
                <a:latin typeface="IBM Plex Sans"/>
              </a:rPr>
              <a:t>Add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03530"/>
            <a:ext cx="5318607" cy="15366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Upload file, URL, or paste text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Free web research agent included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Hybrid BM25 + dense retrieval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Automatic chunking at 1000 chars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2619546"/>
            <a:ext cx="5318607" cy="3508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125" b="1" i="0">
                <a:solidFill>
                  <a:srgbClr val="14161A"/>
                </a:solidFill>
                <a:latin typeface="IBM Plex Sans"/>
              </a:rPr>
              <a:t>Generate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3043535"/>
            <a:ext cx="5318607" cy="144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Chat with grounded, cited answers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5 one-click guides (briefing, FAQ, timeline)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6 artifact kinds: deck, doc, sheet, diagram, infographic, podcast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Keep Text Legible at Any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22577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Measured autofit: real text extents via FreeType against actual fonts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WCAG 2.x contrast ratio checking: 4.5:1 for normal text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Diagram legibility: labels never truncated, step down detail instead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Table hardening: fixed widths, repeating headers, split prevention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Geometric QA: off-slide detection, overlap checks, font sprawl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646956"/>
            <a:ext cx="11094415" cy="524319"/>
          </a:xfrm>
          <a:prstGeom prst="rect">
            <a:avLst/>
          </a:prstGeom>
          <a:solidFill>
            <a:srgbClr val="DB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646956"/>
            <a:ext cx="73152" cy="524319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74972"/>
            <a:ext cx="10765231" cy="26828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25" b="0" i="0">
                <a:solidFill>
                  <a:srgbClr val="14161A"/>
                </a:solidFill>
                <a:latin typeface="IBM Plex Sans"/>
              </a:rPr>
              <a:t>Design principle: lint before render. Only error severity blocks a render; warnings help improve.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Local-First, Offline-Ready, Multi-Tenant-Safe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Runs fully offline against a local model (ollama, llama.cpp, etc.)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SQLite default, Postgres for scale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Session tokens stored only as SHA-256 hashes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Cross-tenant access returns 404, not 403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Secrets encrypted at rest with Fernet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One Command to Launch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60864"/>
            <a:ext cx="11094415" cy="2806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00" b="1" i="0">
                <a:solidFill>
                  <a:srgbClr val="14161A"/>
                </a:solidFill>
                <a:latin typeface="IBM Plex Sans"/>
              </a:rPr>
              <a:t>Windows (PowerShell)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14686"/>
            <a:ext cx="11094415" cy="417576"/>
          </a:xfrm>
          <a:prstGeom prst="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24414"/>
            <a:ext cx="10874959" cy="198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>
                <a:solidFill>
                  <a:srgbClr val="14161A"/>
                </a:solidFill>
                <a:latin typeface="Consolas"/>
              </a:rPr>
              <a:t>studio.ps1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35766"/>
            <a:ext cx="11094415" cy="2806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00" b="1" i="0">
                <a:solidFill>
                  <a:srgbClr val="14161A"/>
                </a:solidFill>
                <a:latin typeface="IBM Plex Sans"/>
              </a:rPr>
              <a:t>macOS / Linux / Git Bash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89588"/>
            <a:ext cx="11094415" cy="417576"/>
          </a:xfrm>
          <a:prstGeom prst="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699316"/>
            <a:ext cx="10874959" cy="198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>
                <a:solidFill>
                  <a:srgbClr val="14161A"/>
                </a:solidFill>
                <a:latin typeface="Consolas"/>
              </a:rPr>
              <a:t>studio.sh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0668"/>
            <a:ext cx="11094415" cy="9220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Installs dependencies, builds frontend, opens browser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Default: http://127.0.0.1:8899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Prerequisites: uv, Node 22+, npm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Set Up Providers, Storage, and Secrets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Generation: ollama, llama-server, lmstudio, openai, anthropic, gemini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Storage: SQLite (default) or Postgres via DOCLOOM_DB_URL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Secrets: Fernet encryption, masked in API responses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Optional extras: [pdf,diagrams] for engine; [podcast,ingest] for studio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Settings resolve: per-user â†’ global â†’ built-in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Design Principles: Built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Validated IR, not code: LLM output is data, never executable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renderers: same input = same output, always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Lint before render: findings can loop back to model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Nothing authored is lost: labels step down, never truncate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Graceful degradation: optional deps improve output, never crash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Open Source, Local-First, Production-Ready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800" b="0" i="0">
                <a:solidFill>
                  <a:srgbClr val="F7F8FA"/>
                </a:solidFill>
                <a:latin typeface="IBM Plex Sans"/>
              </a:rPr>
              <a:t>MIT License â€¢ Python 0.2.0 â€¢ 658+ Tests â€¢ Full-Stack SPA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