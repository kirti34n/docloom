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4000" b="1" i="0">
                <a:solidFill>
                  <a:srgbClr val="0F172A"/>
                </a:solidFill>
                <a:latin typeface="Segoe UI"/>
              </a:rPr>
              <a:t>On-brand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64748B"/>
                </a:solidFill>
                <a:latin typeface="Segoe UI"/>
              </a:rPr>
              <a:t>One theme, every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0F172A"/>
                </a:solidFill>
                <a:latin typeface="Segoe UI"/>
              </a:rPr>
              <a:t>The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28153"/>
            <a:ext cx="11094415" cy="141198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2380">
                <a:solidFill>
                  <a:srgbClr val="4F46E5"/>
                </a:solidFill>
                <a:latin typeface="Segoe UI"/>
              </a:rPr>
              <a:t>•  </a:t>
            </a:r>
            <a:r>
              <a:rPr sz="2380" b="0" i="0">
                <a:solidFill>
                  <a:srgbClr val="0F172A"/>
                </a:solidFill>
                <a:latin typeface="Segoe UI"/>
              </a:rPr>
              <a:t>primary drives titles, headers, and chart series</a:t>
            </a:r>
          </a:p>
          <a:p>
            <a:pPr marL="320040" indent="-228600">
              <a:spcAft>
                <a:spcPts val="400"/>
              </a:spcAft>
            </a:pPr>
            <a:r>
              <a:rPr sz="2380">
                <a:solidFill>
                  <a:srgbClr val="4F46E5"/>
                </a:solidFill>
                <a:latin typeface="Segoe UI"/>
              </a:rPr>
              <a:t>•  </a:t>
            </a:r>
            <a:r>
              <a:rPr sz="2380" b="0" i="0">
                <a:solidFill>
                  <a:srgbClr val="0F172A"/>
                </a:solidFill>
                <a:latin typeface="Segoe UI"/>
              </a:rPr>
              <a:t>accent drives deltas and success callouts</a:t>
            </a:r>
          </a:p>
          <a:p>
            <a:pPr marL="320040" indent="-228600">
              <a:spcAft>
                <a:spcPts val="400"/>
              </a:spcAft>
            </a:pPr>
            <a:r>
              <a:rPr sz="2380">
                <a:solidFill>
                  <a:srgbClr val="4F46E5"/>
                </a:solidFill>
                <a:latin typeface="Segoe UI"/>
              </a:rPr>
              <a:t>•  </a:t>
            </a:r>
            <a:r>
              <a:rPr sz="2380" b="0" i="0">
                <a:solidFill>
                  <a:srgbClr val="0F172A"/>
                </a:solidFill>
                <a:latin typeface="Segoe UI"/>
              </a:rPr>
              <a:t>surface fills cards and callouts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25355"/>
            <a:ext cx="11094415" cy="620903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25355"/>
            <a:ext cx="73152" cy="620903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53371"/>
            <a:ext cx="10765231" cy="36487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10" b="0" i="0">
                <a:solidFill>
                  <a:srgbClr val="0F172A"/>
                </a:solidFill>
                <a:latin typeface="Segoe UI"/>
              </a:rPr>
              <a:t>Change six values and the whole deck restyles.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