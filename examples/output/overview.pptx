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4000" b="1" i="0">
                <a:solidFill>
                  <a:srgbClr val="111827"/>
                </a:solidFill>
                <a:latin typeface="Arial"/>
              </a:rPr>
              <a:t>docloom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5760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0" i="0">
                <a:solidFill>
                  <a:srgbClr val="6B7280"/>
                </a:solidFill>
                <a:latin typeface="Georgia"/>
              </a:rPr>
              <a:t>One schema in, real documents 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600" b="1" i="0">
                <a:solidFill>
                  <a:srgbClr val="111827"/>
                </a:solidFill>
                <a:latin typeface="Arial"/>
              </a:rPr>
              <a:t>One IR, five formats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5"/>
            <a:ext cx="11094415" cy="25603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865363"/>
            <a:ext cx="3545738" cy="12801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029955"/>
            <a:ext cx="3216554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D4ED8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87155"/>
            <a:ext cx="321655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0">
                <a:solidFill>
                  <a:srgbClr val="6B7280"/>
                </a:solidFill>
                <a:latin typeface="Georgia"/>
              </a:rPr>
              <a:t>output formats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2865363"/>
            <a:ext cx="3545738" cy="12801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7570" y="3029955"/>
            <a:ext cx="3216554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D4ED8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7570" y="3487155"/>
            <a:ext cx="321655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0">
                <a:solidFill>
                  <a:srgbClr val="6B7280"/>
                </a:solidFill>
                <a:latin typeface="Georgia"/>
              </a:rPr>
              <a:t>block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2865363"/>
            <a:ext cx="3545738" cy="12801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1908" y="3029955"/>
            <a:ext cx="3216554" cy="384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D4ED8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1908" y="3487155"/>
            <a:ext cx="321655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100" b="0" i="0">
                <a:solidFill>
                  <a:srgbClr val="6B7280"/>
                </a:solidFill>
                <a:latin typeface="Georgia"/>
              </a:rPr>
              <a:t>layout code from the 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